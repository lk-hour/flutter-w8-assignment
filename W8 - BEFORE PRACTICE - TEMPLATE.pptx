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1.xml" ContentType="application/vnd.openxmlformats-officedocument.customXmlProperties+xml"/>
  <Override PartName="/customXml/item1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2.xml" ContentType="application/xml"/>
  <Override PartName="/customXml/itemProps3.xml" ContentType="application/vnd.openxmlformats-officedocument.customXml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45E262-A70B-43CD-822B-EB4BB36B162F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3A5C8F-039D-4E5A-97D6-291E0D2FE6EA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8F420A-6E37-4253-A9D6-226EDC5AD277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CBCF5E-5CDD-4783-8970-0FFF69CABDF9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95C173-AE87-426F-B3CF-CABBD445CAFB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CEA0A5-4C13-48D2-BABE-4A32EF2ABEF7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CB3B7B-12E9-4D88-95DA-9793591CD4C9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A56E8B-507F-4F08-8D02-A656E2A348AB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F8F522-3A5B-45B1-8EDD-FF3D63FCB19F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FA214C-19F2-4A4E-9AD8-BB40F7A2D2F4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272CB6-5E8F-4D79-A2CA-918781CA27AF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Arrow Connector 6"/>
          <p:cNvCxnSpPr>
            <a:endCxn id="60" idx="1"/>
          </p:cNvCxnSpPr>
          <p:nvPr/>
        </p:nvCxnSpPr>
        <p:spPr>
          <a:xfrm flipV="1">
            <a:off x="4447080" y="2679120"/>
            <a:ext cx="2263320" cy="11880"/>
          </a:xfrm>
          <a:prstGeom prst="straightConnector1">
            <a:avLst/>
          </a:prstGeom>
          <a:ln>
            <a:solidFill>
              <a:srgbClr val="156082"/>
            </a:solidFill>
            <a:prstDash val="dash"/>
            <a:tailEnd len="med" type="triangle" w="med"/>
          </a:ln>
        </p:spPr>
      </p:cxnSp>
      <p:sp>
        <p:nvSpPr>
          <p:cNvPr id="61" name="Rectangle 7"/>
          <p:cNvSpPr/>
          <p:nvPr/>
        </p:nvSpPr>
        <p:spPr>
          <a:xfrm>
            <a:off x="1205640" y="2196000"/>
            <a:ext cx="3180960" cy="889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2" name="Oval 8"/>
          <p:cNvSpPr/>
          <p:nvPr/>
        </p:nvSpPr>
        <p:spPr>
          <a:xfrm>
            <a:off x="1654560" y="2008440"/>
            <a:ext cx="418680" cy="418680"/>
          </a:xfrm>
          <a:prstGeom prst="ellipse">
            <a:avLst/>
          </a:prstGeom>
          <a:solidFill>
            <a:srgbClr val="0f9ed5"/>
          </a:solidFill>
          <a:ln>
            <a:solidFill>
              <a:srgbClr val="06455d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898640" y="2467440"/>
            <a:ext cx="1993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HomeScreen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Straight Connector 12"/>
          <p:cNvCxnSpPr/>
          <p:nvPr/>
        </p:nvCxnSpPr>
        <p:spPr>
          <a:xfrm>
            <a:off x="2754720" y="3085920"/>
            <a:ext cx="360" cy="145584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65" name="Rectangle 15"/>
          <p:cNvSpPr/>
          <p:nvPr/>
        </p:nvSpPr>
        <p:spPr>
          <a:xfrm>
            <a:off x="1164240" y="4578120"/>
            <a:ext cx="3180960" cy="889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" name="TextBox 16"/>
          <p:cNvSpPr/>
          <p:nvPr/>
        </p:nvSpPr>
        <p:spPr>
          <a:xfrm>
            <a:off x="1367640" y="4850640"/>
            <a:ext cx="3506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BlaRidePreferencePicker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7"/>
          <p:cNvSpPr/>
          <p:nvPr/>
        </p:nvSpPr>
        <p:spPr>
          <a:xfrm>
            <a:off x="4644720" y="2173320"/>
            <a:ext cx="594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accent1"/>
                </a:solidFill>
                <a:effectLst/>
                <a:uFillTx/>
                <a:latin typeface="Aptos"/>
              </a:rPr>
              <a:t>Push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accent1"/>
                </a:solidFill>
                <a:effectLst/>
                <a:uFillTx/>
                <a:latin typeface="Aptos"/>
              </a:rPr>
              <a:t>Pop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Oval 18"/>
          <p:cNvSpPr/>
          <p:nvPr/>
        </p:nvSpPr>
        <p:spPr>
          <a:xfrm>
            <a:off x="1334880" y="4312800"/>
            <a:ext cx="418680" cy="418680"/>
          </a:xfrm>
          <a:prstGeom prst="ellipse">
            <a:avLst/>
          </a:prstGeom>
          <a:solidFill>
            <a:srgbClr val="0f9ed5"/>
          </a:solidFill>
          <a:ln>
            <a:solidFill>
              <a:srgbClr val="06455d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21"/>
          <p:cNvSpPr/>
          <p:nvPr/>
        </p:nvSpPr>
        <p:spPr>
          <a:xfrm>
            <a:off x="6710040" y="2234160"/>
            <a:ext cx="3180960" cy="889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9" name="TextBox 22"/>
          <p:cNvSpPr/>
          <p:nvPr/>
        </p:nvSpPr>
        <p:spPr>
          <a:xfrm>
            <a:off x="7077960" y="2468880"/>
            <a:ext cx="25966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RidesSelectionScreen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Oval 23"/>
          <p:cNvSpPr/>
          <p:nvPr/>
        </p:nvSpPr>
        <p:spPr>
          <a:xfrm>
            <a:off x="6809760" y="1965240"/>
            <a:ext cx="418680" cy="418680"/>
          </a:xfrm>
          <a:prstGeom prst="ellipse">
            <a:avLst/>
          </a:prstGeom>
          <a:solidFill>
            <a:srgbClr val="0f9ed5"/>
          </a:solidFill>
          <a:ln>
            <a:solidFill>
              <a:srgbClr val="06455d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25"/>
          <p:cNvSpPr/>
          <p:nvPr/>
        </p:nvSpPr>
        <p:spPr>
          <a:xfrm>
            <a:off x="6781680" y="4578120"/>
            <a:ext cx="3180960" cy="889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2" name="TextBox 26"/>
          <p:cNvSpPr/>
          <p:nvPr/>
        </p:nvSpPr>
        <p:spPr>
          <a:xfrm>
            <a:off x="6985080" y="4850640"/>
            <a:ext cx="3506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LocationPicker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Oval 27"/>
          <p:cNvSpPr/>
          <p:nvPr/>
        </p:nvSpPr>
        <p:spPr>
          <a:xfrm>
            <a:off x="6952320" y="4312800"/>
            <a:ext cx="418680" cy="418680"/>
          </a:xfrm>
          <a:prstGeom prst="ellipse">
            <a:avLst/>
          </a:prstGeom>
          <a:solidFill>
            <a:srgbClr val="0f9ed5"/>
          </a:solidFill>
          <a:ln>
            <a:solidFill>
              <a:srgbClr val="06455d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Straight Arrow Connector 34"/>
          <p:cNvCxnSpPr/>
          <p:nvPr/>
        </p:nvCxnSpPr>
        <p:spPr>
          <a:xfrm flipV="1">
            <a:off x="4432320" y="5010840"/>
            <a:ext cx="2262960" cy="11880"/>
          </a:xfrm>
          <a:prstGeom prst="straightConnector1">
            <a:avLst/>
          </a:prstGeom>
          <a:ln>
            <a:solidFill>
              <a:srgbClr val="156082"/>
            </a:solidFill>
            <a:prstDash val="dash"/>
            <a:tailEnd len="med" type="triangle" w="med"/>
          </a:ln>
        </p:spPr>
      </p:cxnSp>
      <p:sp>
        <p:nvSpPr>
          <p:cNvPr id="75" name="Rectangle 35"/>
          <p:cNvSpPr/>
          <p:nvPr/>
        </p:nvSpPr>
        <p:spPr>
          <a:xfrm>
            <a:off x="1164240" y="500040"/>
            <a:ext cx="7204680" cy="889560"/>
          </a:xfrm>
          <a:prstGeom prst="rect">
            <a:avLst/>
          </a:prstGeom>
          <a:solidFill>
            <a:srgbClr val="ffffff"/>
          </a:solidFill>
          <a:ln w="38100"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RidePrefsService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Straight Connector 37"/>
          <p:cNvCxnSpPr/>
          <p:nvPr/>
        </p:nvCxnSpPr>
        <p:spPr>
          <a:xfrm flipV="1">
            <a:off x="2804400" y="1389960"/>
            <a:ext cx="360" cy="806400"/>
          </a:xfrm>
          <a:prstGeom prst="straightConnector1">
            <a:avLst/>
          </a:prstGeom>
          <a:ln>
            <a:solidFill>
              <a:srgbClr val="4ea72e"/>
            </a:solidFill>
            <a:tailEnd len="med" type="triangle" w="med"/>
          </a:ln>
        </p:spPr>
      </p:cxnSp>
      <p:cxnSp>
        <p:nvCxnSpPr>
          <p:cNvPr id="77" name="Straight Connector 42"/>
          <p:cNvCxnSpPr/>
          <p:nvPr/>
        </p:nvCxnSpPr>
        <p:spPr>
          <a:xfrm flipV="1">
            <a:off x="7693920" y="1428120"/>
            <a:ext cx="360" cy="806400"/>
          </a:xfrm>
          <a:prstGeom prst="straightConnector1">
            <a:avLst/>
          </a:prstGeom>
          <a:ln>
            <a:solidFill>
              <a:srgbClr val="4ea72e"/>
            </a:solidFill>
            <a:tailEnd len="med" type="triangle" w="med"/>
          </a:ln>
        </p:spPr>
      </p:cxnSp>
      <p:sp>
        <p:nvSpPr>
          <p:cNvPr id="78" name="TextBox 43"/>
          <p:cNvSpPr/>
          <p:nvPr/>
        </p:nvSpPr>
        <p:spPr>
          <a:xfrm>
            <a:off x="4543560" y="4761000"/>
            <a:ext cx="17582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accent1"/>
                </a:solidFill>
                <a:effectLst/>
                <a:uFillTx/>
                <a:latin typeface="Aptos"/>
              </a:rPr>
              <a:t>Push – initLocation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accent1"/>
                </a:solidFill>
                <a:effectLst/>
                <a:uFillTx/>
                <a:latin typeface="Aptos"/>
              </a:rPr>
              <a:t>Pop - newLocation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4"/>
          <p:cNvSpPr/>
          <p:nvPr/>
        </p:nvSpPr>
        <p:spPr>
          <a:xfrm>
            <a:off x="1290960" y="3646440"/>
            <a:ext cx="13546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accent1"/>
                </a:solidFill>
                <a:effectLst/>
                <a:uFillTx/>
                <a:latin typeface="Aptos"/>
              </a:rPr>
              <a:t>initPreference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Straight Connector 46"/>
          <p:cNvCxnSpPr/>
          <p:nvPr/>
        </p:nvCxnSpPr>
        <p:spPr>
          <a:xfrm flipV="1">
            <a:off x="3047040" y="3085920"/>
            <a:ext cx="360" cy="1455840"/>
          </a:xfrm>
          <a:prstGeom prst="straightConnector1">
            <a:avLst/>
          </a:prstGeom>
          <a:ln>
            <a:solidFill>
              <a:srgbClr val="e97132"/>
            </a:solidFill>
            <a:tailEnd len="med" type="triangle" w="med"/>
          </a:ln>
        </p:spPr>
      </p:cxnSp>
      <p:sp>
        <p:nvSpPr>
          <p:cNvPr id="81" name="TextBox 49"/>
          <p:cNvSpPr/>
          <p:nvPr/>
        </p:nvSpPr>
        <p:spPr>
          <a:xfrm>
            <a:off x="3172680" y="3641040"/>
            <a:ext cx="20235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accent2"/>
                </a:solidFill>
                <a:effectLst/>
                <a:uFillTx/>
                <a:latin typeface="Aptos"/>
              </a:rPr>
              <a:t>onChanged&lt;location&gt;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D56E88EB28114B96AB8698FBA23E8B" ma:contentTypeVersion="11" ma:contentTypeDescription="Create a new document." ma:contentTypeScope="" ma:versionID="b1e4ed7ad5316e6e147f5cb59326fd62">
  <xsd:schema xmlns:xsd="http://www.w3.org/2001/XMLSchema" xmlns:xs="http://www.w3.org/2001/XMLSchema" xmlns:p="http://schemas.microsoft.com/office/2006/metadata/properties" xmlns:ns2="3c4115f5-d4c9-49b3-8201-0a0c8a6ff8e1" xmlns:ns3="34eea852-67dd-44d0-8cf9-82e1a0bc55df" targetNamespace="http://schemas.microsoft.com/office/2006/metadata/properties" ma:root="true" ma:fieldsID="0f412a0f125b0fb6c50609b8df709aef" ns2:_="" ns3:_="">
    <xsd:import namespace="3c4115f5-d4c9-49b3-8201-0a0c8a6ff8e1"/>
    <xsd:import namespace="34eea852-67dd-44d0-8cf9-82e1a0bc55d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115f5-d4c9-49b3-8201-0a0c8a6ff8e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7351717-3bd8-4917-a76c-c13a33e5dd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ea852-67dd-44d0-8cf9-82e1a0bc55d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534a677-c93a-4c6d-b00c-c6b3a43cf585}" ma:internalName="TaxCatchAll" ma:showField="CatchAllData" ma:web="34eea852-67dd-44d0-8cf9-82e1a0bc55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4115f5-d4c9-49b3-8201-0a0c8a6ff8e1">
      <Terms xmlns="http://schemas.microsoft.com/office/infopath/2007/PartnerControls"/>
    </lcf76f155ced4ddcb4097134ff3c332f>
    <TaxCatchAll xmlns="34eea852-67dd-44d0-8cf9-82e1a0bc55df" xsi:nil="true"/>
    <ReferenceId xmlns="3c4115f5-d4c9-49b3-8201-0a0c8a6ff8e1" xsi:nil="true"/>
  </documentManagement>
</p:properties>
</file>

<file path=customXml/itemProps1.xml><?xml version="1.0" encoding="utf-8"?>
<ds:datastoreItem xmlns:ds="http://schemas.openxmlformats.org/officeDocument/2006/customXml" ds:itemID="{8CD1A7D1-0D78-4B08-8D1A-CF3F1E17DF54}"/>
</file>

<file path=customXml/itemProps2.xml><?xml version="1.0" encoding="utf-8"?>
<ds:datastoreItem xmlns:ds="http://schemas.openxmlformats.org/officeDocument/2006/customXml" ds:itemID="{933BE2ED-33A4-47D3-B1D6-FBB44A147CBB}"/>
</file>

<file path=customXml/itemProps3.xml><?xml version="1.0" encoding="utf-8"?>
<ds:datastoreItem xmlns:ds="http://schemas.openxmlformats.org/officeDocument/2006/customXml" ds:itemID="{A9400686-6813-4F31-88B1-07411E32535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LibreOffice/25.8.2.1$Linux_X86_64 LibreOffice_project/580$Build-1</Application>
  <AppVersion>15.0000</AppVersion>
  <Words>22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2026-03-10T17:01:23Z</dcterms:created>
  <dc:creator>Ronan Ogor</dc:creator>
  <dc:description/>
  <dc:language>en-US</dc:language>
  <cp:lastModifiedBy/>
  <dcterms:modified xsi:type="dcterms:W3CDTF">2026-03-11T20:13:40Z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0x010100B6D56E88EB28114B96AB8698FBA23E8B</vt:lpwstr>
  </property>
  <property fmtid="{D5CDD505-2E9C-101B-9397-08002B2CF9AE}" pid="3" name="PresentationFormat">
    <vt:lpwstr>Widescreen</vt:lpwstr>
  </property>
  <property fmtid="{D5CDD505-2E9C-101B-9397-08002B2CF9AE}" pid="4" name="Slides">
    <vt:i4>1</vt:i4>
  </property>
</Properties>
</file>